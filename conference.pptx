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49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6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66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94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85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6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20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43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0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72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4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sz="2400" dirty="0"/>
              <a:t>Predictive Analytics in Healthcare: An Enhanced Machine Learning Model for Diabetes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201834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Authors:</a:t>
            </a:r>
            <a:endParaRPr lang="en-IN" sz="1600" dirty="0"/>
          </a:p>
          <a:p>
            <a:r>
              <a:rPr lang="en-IN" sz="1600" dirty="0"/>
              <a:t>G. </a:t>
            </a:r>
            <a:r>
              <a:rPr lang="en-IN" sz="1600" dirty="0" err="1"/>
              <a:t>Sivamani</a:t>
            </a:r>
            <a:endParaRPr lang="en-IN" sz="1600" dirty="0"/>
          </a:p>
          <a:p>
            <a:r>
              <a:rPr lang="en-US" sz="1600" dirty="0"/>
              <a:t>Y</a:t>
            </a:r>
            <a:r>
              <a:rPr sz="1600" dirty="0"/>
              <a:t>.</a:t>
            </a:r>
            <a:r>
              <a:rPr lang="en-US" sz="1600" dirty="0"/>
              <a:t> Srinivas</a:t>
            </a:r>
            <a:r>
              <a:rPr sz="1600" dirty="0"/>
              <a:t> </a:t>
            </a:r>
          </a:p>
          <a:p>
            <a:r>
              <a:rPr sz="1600" dirty="0"/>
              <a:t>K. Linu Priyanth</a:t>
            </a:r>
          </a:p>
          <a:p>
            <a:r>
              <a:rPr lang="en-US" sz="1600" dirty="0"/>
              <a:t>V.  Venkata Karthik</a:t>
            </a:r>
            <a:endParaRPr sz="1600" dirty="0"/>
          </a:p>
          <a:p>
            <a:r>
              <a:rPr sz="1600" dirty="0"/>
              <a:t>R. </a:t>
            </a:r>
            <a:r>
              <a:rPr sz="1600" dirty="0" err="1"/>
              <a:t>Renugadevi</a:t>
            </a:r>
            <a:endParaRPr sz="1600" dirty="0"/>
          </a:p>
          <a:p>
            <a:r>
              <a:rPr lang="en-US" sz="1600" dirty="0"/>
              <a:t>M. </a:t>
            </a:r>
            <a:r>
              <a:rPr sz="1600" dirty="0"/>
              <a:t>Sumalatha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Dept. of CSE</a:t>
            </a:r>
            <a:br>
              <a:rPr lang="en-US" sz="1600" dirty="0"/>
            </a:br>
            <a:r>
              <a:rPr sz="1600" dirty="0"/>
              <a:t>Vignan’s Foundation for Science, Technology and Research</a:t>
            </a:r>
            <a:r>
              <a:rPr lang="en-US" sz="1600" dirty="0"/>
              <a:t> , </a:t>
            </a:r>
            <a:r>
              <a:rPr sz="1600" dirty="0"/>
              <a:t>Guntur,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Diabetes is a common chronic disease worldwide</a:t>
            </a:r>
          </a:p>
          <a:p>
            <a:pPr algn="just"/>
            <a:r>
              <a:rPr dirty="0"/>
              <a:t> Caused by improper insulin production or insulin resistance</a:t>
            </a:r>
          </a:p>
          <a:p>
            <a:pPr algn="just"/>
            <a:r>
              <a:rPr dirty="0"/>
              <a:t> Rapid increase in diabetes cases globally</a:t>
            </a:r>
          </a:p>
          <a:p>
            <a:pPr algn="just"/>
            <a:r>
              <a:rPr dirty="0"/>
              <a:t> Early detection is essential to prevent complications</a:t>
            </a:r>
          </a:p>
          <a:p>
            <a:pPr algn="just"/>
            <a:r>
              <a:rPr dirty="0"/>
              <a:t> Machine Learning helps analyze healthcare data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Traditional diagnosis often occurs after symptoms appear</a:t>
            </a:r>
          </a:p>
          <a:p>
            <a:r>
              <a:rPr dirty="0"/>
              <a:t>Medical tests can be expensive and time‑consuming</a:t>
            </a:r>
          </a:p>
          <a:p>
            <a:r>
              <a:rPr dirty="0"/>
              <a:t>Limited access to regular healthcare screening</a:t>
            </a:r>
          </a:p>
          <a:p>
            <a:r>
              <a:rPr dirty="0"/>
              <a:t>Existing prediction systems sometimes lack accuracy</a:t>
            </a:r>
          </a:p>
          <a:p>
            <a:r>
              <a:rPr dirty="0"/>
              <a:t>Objective: Develop an accurate ML model for early diabetes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Diabetes cases expected to exceed 643 million by 2030</a:t>
            </a:r>
          </a:p>
          <a:p>
            <a:r>
              <a:rPr dirty="0"/>
              <a:t>Late detection causes severe complications</a:t>
            </a:r>
          </a:p>
          <a:p>
            <a:r>
              <a:rPr dirty="0"/>
              <a:t>Heart disease, kidney damage, vision loss</a:t>
            </a:r>
          </a:p>
          <a:p>
            <a:r>
              <a:rPr dirty="0"/>
              <a:t>Predictive analytics enables early diagnosis</a:t>
            </a:r>
          </a:p>
          <a:p>
            <a:r>
              <a:rPr dirty="0"/>
              <a:t>Helps doctors make better healthcare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Glucose concentration</a:t>
            </a:r>
          </a:p>
          <a:p>
            <a:r>
              <a:rPr dirty="0"/>
              <a:t>Body Mass Index (BMI)</a:t>
            </a:r>
          </a:p>
          <a:p>
            <a:r>
              <a:rPr dirty="0"/>
              <a:t>Blood Pressure</a:t>
            </a:r>
          </a:p>
          <a:p>
            <a:r>
              <a:rPr dirty="0"/>
              <a:t>Insulin level</a:t>
            </a:r>
          </a:p>
          <a:p>
            <a:r>
              <a:rPr dirty="0"/>
              <a:t>Age</a:t>
            </a:r>
          </a:p>
          <a:p>
            <a:r>
              <a:rPr dirty="0"/>
              <a:t>Diabetes Pedigree Function</a:t>
            </a:r>
          </a:p>
          <a:p>
            <a:r>
              <a:rPr dirty="0"/>
              <a:t>Number of pregnancies</a:t>
            </a:r>
          </a:p>
          <a:p>
            <a:r>
              <a:rPr dirty="0"/>
              <a:t>Data preprocessing: cleaning, normalization, feature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Forest</a:t>
            </a:r>
          </a:p>
          <a:p>
            <a:r>
              <a:rPr dirty="0"/>
              <a:t>Gradient Boosting</a:t>
            </a:r>
          </a:p>
          <a:p>
            <a:r>
              <a:rPr lang="en-US" dirty="0"/>
              <a:t>Stacking XGB</a:t>
            </a:r>
            <a:endParaRPr dirty="0"/>
          </a:p>
          <a:p>
            <a:r>
              <a:rPr dirty="0" err="1"/>
              <a:t>XGBoost</a:t>
            </a:r>
            <a:endParaRPr dirty="0"/>
          </a:p>
          <a:p>
            <a:r>
              <a:rPr dirty="0" err="1"/>
              <a:t>LightGBM</a:t>
            </a:r>
            <a:endParaRPr dirty="0"/>
          </a:p>
          <a:p>
            <a:r>
              <a:rPr dirty="0"/>
              <a:t>These models help detect complex patterns in healthcare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– Ensemble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Stacking Ensemble Approach</a:t>
            </a:r>
          </a:p>
          <a:p>
            <a:r>
              <a:rPr dirty="0"/>
              <a:t>Base Models:</a:t>
            </a:r>
          </a:p>
          <a:p>
            <a:r>
              <a:rPr dirty="0"/>
              <a:t>  - Random Forest</a:t>
            </a:r>
          </a:p>
          <a:p>
            <a:r>
              <a:rPr dirty="0"/>
              <a:t>  - Gradient Boosting</a:t>
            </a:r>
          </a:p>
          <a:p>
            <a:r>
              <a:rPr dirty="0"/>
              <a:t>  - </a:t>
            </a:r>
            <a:r>
              <a:rPr dirty="0" err="1"/>
              <a:t>XGBoost</a:t>
            </a:r>
            <a:endParaRPr dirty="0"/>
          </a:p>
          <a:p>
            <a:r>
              <a:rPr dirty="0"/>
              <a:t>  - </a:t>
            </a:r>
            <a:r>
              <a:rPr dirty="0" err="1"/>
              <a:t>LightGBM</a:t>
            </a:r>
            <a:endParaRPr dirty="0"/>
          </a:p>
          <a:p>
            <a:r>
              <a:rPr dirty="0"/>
              <a:t>  - </a:t>
            </a:r>
            <a:r>
              <a:rPr lang="en-US" dirty="0"/>
              <a:t>Stacking XGB (Proposed)</a:t>
            </a:r>
            <a:endParaRPr dirty="0"/>
          </a:p>
          <a:p>
            <a:r>
              <a:rPr dirty="0"/>
              <a:t>Meta Learner: Logistic Regression</a:t>
            </a:r>
          </a:p>
          <a:p>
            <a:r>
              <a:rPr dirty="0"/>
              <a:t>Improves prediction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Workflow:</a:t>
            </a:r>
          </a:p>
          <a:p>
            <a:r>
              <a:rPr dirty="0"/>
              <a:t>1. Data Collection</a:t>
            </a:r>
          </a:p>
          <a:p>
            <a:r>
              <a:rPr dirty="0"/>
              <a:t>2. Data Preprocessing</a:t>
            </a:r>
          </a:p>
          <a:p>
            <a:r>
              <a:rPr dirty="0"/>
              <a:t>3. Feature Selection</a:t>
            </a:r>
          </a:p>
          <a:p>
            <a:r>
              <a:rPr dirty="0"/>
              <a:t>4. Model Training</a:t>
            </a:r>
          </a:p>
          <a:p>
            <a:r>
              <a:rPr dirty="0"/>
              <a:t>5. Stacking Ensemble Model</a:t>
            </a:r>
          </a:p>
          <a:p>
            <a:r>
              <a:rPr dirty="0"/>
              <a:t>6. Diabetes Prediction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Ensemble model outperforms individual models</a:t>
            </a:r>
          </a:p>
          <a:p>
            <a:r>
              <a:rPr dirty="0"/>
              <a:t>Higher classification accuracy</a:t>
            </a:r>
          </a:p>
          <a:p>
            <a:r>
              <a:rPr dirty="0"/>
              <a:t>Better stability and reliability</a:t>
            </a:r>
          </a:p>
          <a:p>
            <a:r>
              <a:rPr dirty="0"/>
              <a:t>Effective diabetes risk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diabetes detection</a:t>
            </a:r>
          </a:p>
          <a:p>
            <a:r>
              <a:rPr dirty="0"/>
              <a:t>Improved prediction accuracy</a:t>
            </a:r>
          </a:p>
          <a:p>
            <a:r>
              <a:rPr dirty="0"/>
              <a:t>Robust machine learning framework</a:t>
            </a:r>
          </a:p>
          <a:p>
            <a:r>
              <a:rPr dirty="0"/>
              <a:t>Supports doctors in clinical decision making</a:t>
            </a:r>
          </a:p>
          <a:p>
            <a:r>
              <a:rPr dirty="0"/>
              <a:t>Helps reduce healthcare risks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Hospitals and diagnostic centers</a:t>
            </a:r>
          </a:p>
          <a:p>
            <a:r>
              <a:rPr dirty="0"/>
              <a:t>Health monitoring platforms</a:t>
            </a:r>
          </a:p>
          <a:p>
            <a:r>
              <a:rPr dirty="0"/>
              <a:t>Telemedicine systems</a:t>
            </a:r>
          </a:p>
          <a:p>
            <a:r>
              <a:rPr dirty="0"/>
              <a:t>Preventive healthcare programs</a:t>
            </a:r>
          </a:p>
          <a:p>
            <a:r>
              <a:rPr dirty="0"/>
              <a:t>Medical decision support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Conclusion:</a:t>
            </a:r>
          </a:p>
          <a:p>
            <a:r>
              <a:rPr dirty="0"/>
              <a:t>ML framework developed for diabetes prediction</a:t>
            </a:r>
          </a:p>
          <a:p>
            <a:r>
              <a:rPr dirty="0"/>
              <a:t>Ensemble learning improves accuracy</a:t>
            </a:r>
          </a:p>
          <a:p>
            <a:r>
              <a:rPr dirty="0"/>
              <a:t>Supports early disease detection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Future Work:</a:t>
            </a:r>
          </a:p>
          <a:p>
            <a:r>
              <a:rPr dirty="0"/>
              <a:t>Use larger healthcare datasets</a:t>
            </a:r>
          </a:p>
          <a:p>
            <a:r>
              <a:rPr dirty="0"/>
              <a:t>Apply deep learning techniques</a:t>
            </a:r>
          </a:p>
          <a:p>
            <a:r>
              <a:rPr dirty="0"/>
              <a:t>Deploy as real‑time healthcare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382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Predictive Analytics in Healthcare: An Enhanced Machine Learning Model for Diabetes Classification</vt:lpstr>
      <vt:lpstr>Introduction</vt:lpstr>
      <vt:lpstr>Problem Statement</vt:lpstr>
      <vt:lpstr>Motivation</vt:lpstr>
      <vt:lpstr>Dataset &amp; Features</vt:lpstr>
      <vt:lpstr>Machine Learning Algorithms Used</vt:lpstr>
      <vt:lpstr>Proposed System – Ensemble Model</vt:lpstr>
      <vt:lpstr>System Architecture</vt:lpstr>
      <vt:lpstr>Results</vt:lpstr>
      <vt:lpstr>Advantages</vt:lpstr>
      <vt:lpstr>Applications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karukutla Linu priyanth</dc:creator>
  <cp:keywords/>
  <dc:description>generated using python-pptx</dc:description>
  <cp:lastModifiedBy>karukutla Linu priyanth</cp:lastModifiedBy>
  <cp:revision>2</cp:revision>
  <dcterms:created xsi:type="dcterms:W3CDTF">2013-01-27T09:14:16Z</dcterms:created>
  <dcterms:modified xsi:type="dcterms:W3CDTF">2026-03-13T15:05:25Z</dcterms:modified>
  <cp:category/>
</cp:coreProperties>
</file>